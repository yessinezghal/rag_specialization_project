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 Notes — Q3 Product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from the third quarter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Feature: Shared 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Teams can now share a single workspace across up to 50 users</a:t>
            </a:r>
          </a:p>
          <a:p>
            <a:r>
              <a:t>Available on the Team and Enterprise plans starting this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12,400 teams created a shared workspace in the first month</a:t>
            </a:r>
          </a:p>
          <a:p>
            <a:r>
              <a:t>Average workspace size grew from 6 to 14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